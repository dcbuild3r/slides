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41de61f6343e1" /><Relationship Type="http://schemas.openxmlformats.org/officeDocument/2006/relationships/extended-properties" Target="/docProps/app.xml" Id="R00412c6867d54b40" /><Relationship Type="http://schemas.openxmlformats.org/officeDocument/2006/relationships/officeDocument" Target="/ppt/presentation.xml" Id="Rb1d259f6874e46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b97788a9744e26"/>
  </p:sldMasterIdLst>
  <p:notesMasterIdLst>
    <p:notesMasterId xmlns:r="http://schemas.openxmlformats.org/officeDocument/2006/relationships" r:id="R0936f5e7efa345ba"/>
  </p:notesMasterIdLst>
  <p:sldIdLst>
    <p:sldId xmlns:r="http://schemas.openxmlformats.org/officeDocument/2006/relationships" id="256" r:id="Ra066005e395b4d2e"/>
    <p:sldId xmlns:r="http://schemas.openxmlformats.org/officeDocument/2006/relationships" id="257" r:id="R4bff44aa147e47ac"/>
    <p:sldId xmlns:r="http://schemas.openxmlformats.org/officeDocument/2006/relationships" id="258" r:id="Rafde43c7af0e4bd2"/>
    <p:sldId xmlns:r="http://schemas.openxmlformats.org/officeDocument/2006/relationships" id="259" r:id="Rf61c57e461d346f2"/>
    <p:sldId xmlns:r="http://schemas.openxmlformats.org/officeDocument/2006/relationships" id="260" r:id="Rb29950770f5c4c57"/>
    <p:sldId xmlns:r="http://schemas.openxmlformats.org/officeDocument/2006/relationships" id="261" r:id="R7f52124cf3d7417d"/>
    <p:sldId xmlns:r="http://schemas.openxmlformats.org/officeDocument/2006/relationships" id="262" r:id="R853f57c166214569"/>
    <p:sldId xmlns:r="http://schemas.openxmlformats.org/officeDocument/2006/relationships" id="263" r:id="R1569af717f884d09"/>
    <p:sldId xmlns:r="http://schemas.openxmlformats.org/officeDocument/2006/relationships" id="264" r:id="Rcd6300b5bff94237"/>
    <p:sldId xmlns:r="http://schemas.openxmlformats.org/officeDocument/2006/relationships" id="265" r:id="R7304e959d5664af3"/>
    <p:sldId xmlns:r="http://schemas.openxmlformats.org/officeDocument/2006/relationships" id="266" r:id="R43cbfefd6f0a49f8"/>
    <p:sldId xmlns:r="http://schemas.openxmlformats.org/officeDocument/2006/relationships" id="267" r:id="Rb64b93f3f1b645f1"/>
    <p:sldId xmlns:r="http://schemas.openxmlformats.org/officeDocument/2006/relationships" id="268" r:id="R7791233561c34c3a"/>
    <p:sldId xmlns:r="http://schemas.openxmlformats.org/officeDocument/2006/relationships" id="269" r:id="R1b1604463849440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ecfcb83fab4c1e" /><Relationship Type="http://schemas.openxmlformats.org/officeDocument/2006/relationships/slideMaster" Target="/ppt/slideMasters/slideMaster1.xml" Id="Rd1b97788a9744e26" /><Relationship Type="http://schemas.openxmlformats.org/officeDocument/2006/relationships/notesMaster" Target="/ppt/notesMasters/notesMaster1.xml" Id="R0936f5e7efa345ba" /><Relationship Type="http://schemas.openxmlformats.org/officeDocument/2006/relationships/presProps" Target="/ppt/presProps.xml" Id="R5aa7aa8409c24e9a" /><Relationship Type="http://schemas.openxmlformats.org/officeDocument/2006/relationships/tableStyles" Target="/ppt/tableStyles.xml" Id="R2ceef01de1a94455" /><Relationship Type="http://schemas.openxmlformats.org/officeDocument/2006/relationships/slide" Target="/ppt/slides/slide1.xml" Id="Ra066005e395b4d2e" /><Relationship Type="http://schemas.openxmlformats.org/officeDocument/2006/relationships/slide" Target="/ppt/slides/slide2.xml" Id="R4bff44aa147e47ac" /><Relationship Type="http://schemas.openxmlformats.org/officeDocument/2006/relationships/slide" Target="/ppt/slides/slide3.xml" Id="Rafde43c7af0e4bd2" /><Relationship Type="http://schemas.openxmlformats.org/officeDocument/2006/relationships/slide" Target="/ppt/slides/slide4.xml" Id="Rf61c57e461d346f2" /><Relationship Type="http://schemas.openxmlformats.org/officeDocument/2006/relationships/slide" Target="/ppt/slides/slide5.xml" Id="Rb29950770f5c4c57" /><Relationship Type="http://schemas.openxmlformats.org/officeDocument/2006/relationships/slide" Target="/ppt/slides/slide6.xml" Id="R7f52124cf3d7417d" /><Relationship Type="http://schemas.openxmlformats.org/officeDocument/2006/relationships/slide" Target="/ppt/slides/slide7.xml" Id="R853f57c166214569" /><Relationship Type="http://schemas.openxmlformats.org/officeDocument/2006/relationships/slide" Target="/ppt/slides/slide8.xml" Id="R1569af717f884d09" /><Relationship Type="http://schemas.openxmlformats.org/officeDocument/2006/relationships/slide" Target="/ppt/slides/slide9.xml" Id="Rcd6300b5bff94237" /><Relationship Type="http://schemas.openxmlformats.org/officeDocument/2006/relationships/slide" Target="/ppt/slides/slide10.xml" Id="R7304e959d5664af3" /><Relationship Type="http://schemas.openxmlformats.org/officeDocument/2006/relationships/slide" Target="/ppt/slides/slide11.xml" Id="R43cbfefd6f0a49f8" /><Relationship Type="http://schemas.openxmlformats.org/officeDocument/2006/relationships/slide" Target="/ppt/slides/slide12.xml" Id="Rb64b93f3f1b645f1" /><Relationship Type="http://schemas.openxmlformats.org/officeDocument/2006/relationships/slide" Target="/ppt/slides/slide13.xml" Id="R7791233561c34c3a" /><Relationship Type="http://schemas.openxmlformats.org/officeDocument/2006/relationships/slide" Target="/ppt/slides/slide14.xml" Id="R1b160446384944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c38e01b79842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4bd7951d1f4b62" /><Relationship Type="http://schemas.openxmlformats.org/officeDocument/2006/relationships/notesMaster" Target="/ppt/notesMasters/notesMaster1.xml" Id="R93baa842466c4d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bfec6a380b407b" /><Relationship Type="http://schemas.openxmlformats.org/officeDocument/2006/relationships/notesMaster" Target="/ppt/notesMasters/notesMaster1.xml" Id="R428a83b6eee0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fa16e7ac664380" /><Relationship Type="http://schemas.openxmlformats.org/officeDocument/2006/relationships/notesMaster" Target="/ppt/notesMasters/notesMaster1.xml" Id="Refd969d3632b47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217b3a0dee4e41" /><Relationship Type="http://schemas.openxmlformats.org/officeDocument/2006/relationships/notesMaster" Target="/ppt/notesMasters/notesMaster1.xml" Id="R389bd556b86443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705b101f3e426a" /><Relationship Type="http://schemas.openxmlformats.org/officeDocument/2006/relationships/notesMaster" Target="/ppt/notesMasters/notesMaster1.xml" Id="Rd1e84fb1677540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9be17721e8484d" /><Relationship Type="http://schemas.openxmlformats.org/officeDocument/2006/relationships/notesMaster" Target="/ppt/notesMasters/notesMaster1.xml" Id="R8d2d45d32fab46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fe05df56a94897" /><Relationship Type="http://schemas.openxmlformats.org/officeDocument/2006/relationships/notesMaster" Target="/ppt/notesMasters/notesMaster1.xml" Id="R4a5a4376dc924c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3060d82ce24dbc" /><Relationship Type="http://schemas.openxmlformats.org/officeDocument/2006/relationships/notesMaster" Target="/ppt/notesMasters/notesMaster1.xml" Id="Rbbda8600b9144d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2ca19175854497" /><Relationship Type="http://schemas.openxmlformats.org/officeDocument/2006/relationships/notesMaster" Target="/ppt/notesMasters/notesMaster1.xml" Id="R857adcacfa0146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9eee84bc4b463c" /><Relationship Type="http://schemas.openxmlformats.org/officeDocument/2006/relationships/notesMaster" Target="/ppt/notesMasters/notesMaster1.xml" Id="Rc28a9021b31443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11414fe7cd47e4" /><Relationship Type="http://schemas.openxmlformats.org/officeDocument/2006/relationships/notesMaster" Target="/ppt/notesMasters/notesMaster1.xml" Id="R15d3a5b86cc045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4e935898eb40a9" /><Relationship Type="http://schemas.openxmlformats.org/officeDocument/2006/relationships/notesMaster" Target="/ppt/notesMasters/notesMaster1.xml" Id="R1cbe9a633f864e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17be8f4de44d82" /><Relationship Type="http://schemas.openxmlformats.org/officeDocument/2006/relationships/notesMaster" Target="/ppt/notesMasters/notesMaster1.xml" Id="R642ee916c6fe48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5b6085e93347b7" /><Relationship Type="http://schemas.openxmlformats.org/officeDocument/2006/relationships/notesMaster" Target="/ppt/notesMasters/notesMaster1.xml" Id="Rb54a2bdb600c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2f315f36b44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221f56a3394bbe" /><Relationship Type="http://schemas.openxmlformats.org/officeDocument/2006/relationships/slideLayout" Target="/ppt/slideLayouts/slideLayout1.xml" Id="Rd7ce18ae27344d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ce18ae27344d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1e76666bf4308" /><Relationship Type="http://schemas.openxmlformats.org/officeDocument/2006/relationships/image" Target="/ppt/media/image.png" Id="Rf1cb3a9c18324c5a" /><Relationship Type="http://schemas.openxmlformats.org/officeDocument/2006/relationships/notesSlide" Target="/ppt/notesSlides/notesSlide1.xml" Id="R5f4aee771bd044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848ada6ff48cc" /><Relationship Type="http://schemas.openxmlformats.org/officeDocument/2006/relationships/image" Target="/ppt/media/image2.png" Id="Rfcb2e3093a7a4878" /><Relationship Type="http://schemas.openxmlformats.org/officeDocument/2006/relationships/notesSlide" Target="/ppt/notesSlides/notesSlide2.xml" Id="R256772ea1a1e45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a1daeb97a4eae" /><Relationship Type="http://schemas.openxmlformats.org/officeDocument/2006/relationships/image" Target="/ppt/media/image3.png" Id="R6758df4c4acb497f" /><Relationship Type="http://schemas.openxmlformats.org/officeDocument/2006/relationships/notesSlide" Target="/ppt/notesSlides/notesSlide3.xml" Id="R7eb78b73ed6d48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ef433bbe4410e" /><Relationship Type="http://schemas.openxmlformats.org/officeDocument/2006/relationships/image" Target="/ppt/media/image4.png" Id="R7c765a3394974596" /><Relationship Type="http://schemas.openxmlformats.org/officeDocument/2006/relationships/notesSlide" Target="/ppt/notesSlides/notesSlide4.xml" Id="R0a62c452bf9842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7c986c87c4dce" /><Relationship Type="http://schemas.openxmlformats.org/officeDocument/2006/relationships/image" Target="/ppt/media/image5.png" Id="Raab488a410a245f1" /><Relationship Type="http://schemas.openxmlformats.org/officeDocument/2006/relationships/notesSlide" Target="/ppt/notesSlides/notesSlide5.xml" Id="R69c4977952324a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986bd8fa14418" /><Relationship Type="http://schemas.openxmlformats.org/officeDocument/2006/relationships/image" Target="/ppt/media/image6.png" Id="R9918a68cefaf4cb3" /><Relationship Type="http://schemas.openxmlformats.org/officeDocument/2006/relationships/notesSlide" Target="/ppt/notesSlides/notesSlide6.xml" Id="R26213929c71043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9fe8639824e0b" /><Relationship Type="http://schemas.openxmlformats.org/officeDocument/2006/relationships/image" Target="/ppt/media/image7.png" Id="R523402d4fe32421b" /><Relationship Type="http://schemas.openxmlformats.org/officeDocument/2006/relationships/notesSlide" Target="/ppt/notesSlides/notesSlide7.xml" Id="R98fcf3a3ab0f47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fd7952a034a8b" /><Relationship Type="http://schemas.openxmlformats.org/officeDocument/2006/relationships/image" Target="/ppt/media/image8.png" Id="R1224e4bf8e144c0b" /><Relationship Type="http://schemas.openxmlformats.org/officeDocument/2006/relationships/notesSlide" Target="/ppt/notesSlides/notesSlide8.xml" Id="R361d53705f814f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e13272f6440f5" /><Relationship Type="http://schemas.openxmlformats.org/officeDocument/2006/relationships/image" Target="/ppt/media/image9.png" Id="R80eb2b14b74a48ca" /><Relationship Type="http://schemas.openxmlformats.org/officeDocument/2006/relationships/notesSlide" Target="/ppt/notesSlides/notesSlide9.xml" Id="R462d46c0d14348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f50b2f2eb465d" /><Relationship Type="http://schemas.openxmlformats.org/officeDocument/2006/relationships/image" Target="/ppt/media/image10.png" Id="Re947e9ba404345c2" /><Relationship Type="http://schemas.openxmlformats.org/officeDocument/2006/relationships/notesSlide" Target="/ppt/notesSlides/notesSlide10.xml" Id="Ra381c7b927b649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ead7d28a34d22" /><Relationship Type="http://schemas.openxmlformats.org/officeDocument/2006/relationships/image" Target="/ppt/media/image11.png" Id="Rbcd15bb2bc5d488b" /><Relationship Type="http://schemas.openxmlformats.org/officeDocument/2006/relationships/notesSlide" Target="/ppt/notesSlides/notesSlide11.xml" Id="R96131d60443f45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89995ff724c64" /><Relationship Type="http://schemas.openxmlformats.org/officeDocument/2006/relationships/image" Target="/ppt/media/image12.png" Id="Rf9cacbf9553646c7" /><Relationship Type="http://schemas.openxmlformats.org/officeDocument/2006/relationships/notesSlide" Target="/ppt/notesSlides/notesSlide12.xml" Id="R80f2a2fc04ee49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7b26558104a8d" /><Relationship Type="http://schemas.openxmlformats.org/officeDocument/2006/relationships/image" Target="/ppt/media/image13.png" Id="Ra216513a8e08491e" /><Relationship Type="http://schemas.openxmlformats.org/officeDocument/2006/relationships/notesSlide" Target="/ppt/notesSlides/notesSlide13.xml" Id="R8a182978372840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5c41e11d64af4" /><Relationship Type="http://schemas.openxmlformats.org/officeDocument/2006/relationships/image" Target="/ppt/media/image14.png" Id="Rc2c80dc977274560" /><Relationship Type="http://schemas.openxmlformats.org/officeDocument/2006/relationships/notesSlide" Target="/ppt/notesSlides/notesSlide14.xml" Id="Rf362fe9eeca94c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b3a9c18324c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50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2e3093a7a48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41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8df4c4acb49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240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65a33949745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58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488a410a245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37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8a68cefaf4c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3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402d4fe3242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47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4e4bf8e144c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464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b2b14b74a48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137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7e9ba404345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947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15bb2bc5d48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013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acbf9553646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314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6513a8e0849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12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80dc9772745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25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2026-06-15T23:08:03.5980000Z</dcterms:created>
  <dcterms:modified xsi:type="dcterms:W3CDTF">2026-06-15T23:08:03.5980000Z</dcterms:modified>
</coreProperties>
</file>